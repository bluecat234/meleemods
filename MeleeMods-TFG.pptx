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30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548640" y="91440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3B82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MELEE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MODS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mods para Super Smash Bros. Melee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3200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  ·  DAW  ·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CONTENIDO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130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4864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776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principales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23444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463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40680" y="1307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8463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40680" y="2130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502920" cy="502920"/>
          </a:xfrm>
          <a:prstGeom prst="rect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84632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A5FA"/>
                </a:solidFill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4068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DESCRIPCIÓN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MeleeMods es una plataforma web donde la comunidad de Super Smash Bros. Melee puede compartir, descubrir y descargar mods del juego. Los usuarios pueden registrarse, subir sus propias creaciones y valorar el trabajo de otros jugadores.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20240" cy="2286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verificación por email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1920240" cy="2286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651760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5176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archivos .dat e imágenes múltiples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1920240" cy="2286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valoraciones por los usuarios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286000"/>
            <a:ext cx="1920240" cy="2286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858000" y="2423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429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completo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TECNOLOGÍAS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749040" cy="155448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74904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58368" y="1179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58191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 ·   Express.js   ·   bcrypt   ·   Nodemailer   ·   Multer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749040" cy="155448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74904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58368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327355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 ·   mysql2 (driver)   ·   Consultas SQL nativas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143000"/>
            <a:ext cx="3749040" cy="155448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374904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56048" y="1179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158191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  ·   EJS (plantillas)   ·   JavaScript vanilla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749040" cy="155448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846320" y="2834640"/>
            <a:ext cx="3749040" cy="347472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956048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327355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  ·   express-session   ·   connect-flash   ·   Nodemon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BASE DE DATOS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03504" y="12801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2070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username · email · password_hash · avatar_url · bio · redes sociales · is_verified · role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946904" y="12801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12070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category_id · title · description · version · download_count · status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03504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mod_images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1671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mod_id · image_url · is_cover · sort_order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205740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892040" y="205740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946904" y="22402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1671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mod_id · filename · file_path · file_size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03504" y="320040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127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mod_id · parent_id · content · created_at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301752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892040" y="301752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46904" y="320040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3127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mod_id · score  (UNIQUE user+mod)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97764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48640" y="397764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03504" y="41605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0873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slug · description · icon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3977640"/>
            <a:ext cx="4023360" cy="82296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892040" y="3977640"/>
            <a:ext cx="1188720" cy="822960"/>
          </a:xfrm>
          <a:prstGeom prst="rect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946904" y="416052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 / mod_tags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40873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N:M entre mods y etiquetas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FUNCIONALIDADES PRINCIPALES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02336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verificación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179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se registran y reciben un correo de verificación mediante Nodemailer antes de poder acceder.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402336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9834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32120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mods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51790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Subida de múltiples archivos .dat y hasta 10 imágenes por mod. La primera imagen se usa como portada.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402336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Carrusel de imágenes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79806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interactiva con flechas, miniaturas y soporte de teclado para navegar entre las imágenes del mod.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377440"/>
            <a:ext cx="402336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8348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2468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valoraciones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79806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comentarios por mod y puntuación de 1 a 5 estrellas. Cada usuario solo puede votar una vez.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402336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4008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de mods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0782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autor puede editar título, descripción, categoría, añadir o eliminar imágenes y archivos .dat.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657600"/>
            <a:ext cx="4023360" cy="11430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98348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32120" y="3749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usuario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40782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personalizable, biografía y enlaces a redes sociales (Twitter, YouTube, Twitch, Discord).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ESTRUCTURA DEL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029200" cy="374904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melee-mods/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14081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app.js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673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config/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db.js  ·  mailer.js  ·  multer.js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203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controllers/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authController  ·  modController  ·  userController  ·  adminController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7340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routes/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80160" y="29992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auth.js  ·  mods.js  ·  user.js  ·  admin.js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3264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middlewares/auth.js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35295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views/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partials/  ·  auth/  ·  mods/  ·  user/  ·  admin/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40599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public/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4325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css/style.css  ·  js/main.js  ·  uploads/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743200" cy="100584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822960" cy="100584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035040" y="16642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0" y="14813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config/db.js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 directas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514600"/>
            <a:ext cx="2743200" cy="100584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6035040" y="2514600"/>
            <a:ext cx="822960" cy="100584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035040" y="28072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6243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EJS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renderizado en servidor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657600"/>
            <a:ext cx="2743200" cy="100584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035040" y="3657600"/>
            <a:ext cx="822960" cy="100584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035040" y="39502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376732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HTTP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MVC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PANEL DE ADMINISTRACIÓN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9144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591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registrados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20240" cy="9144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651760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97480" y="1591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Mods publicados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9144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754880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1591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Descargas totales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1920240" cy="91440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858000" y="11704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1591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2651760" cy="2560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48640" y="2240280"/>
            <a:ext cx="2651760" cy="384048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Mods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6974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todos los mods del sistema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mods en estado borrador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Banear mods inapropiados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240280"/>
            <a:ext cx="2651760" cy="2560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4" name="Shape 22"/>
          <p:cNvSpPr/>
          <p:nvPr/>
        </p:nvSpPr>
        <p:spPr>
          <a:xfrm>
            <a:off x="3383280" y="2240280"/>
            <a:ext cx="2651760" cy="384048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47472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7378" y="26974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</a:t>
            </a: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todos los usuarios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rol (user / admin)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cuentas de usuarios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044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246811"/>
            <a:ext cx="2651760" cy="2560320"/>
          </a:xfrm>
          <a:prstGeom prst="rect">
            <a:avLst/>
          </a:prstGeom>
          <a:solidFill>
            <a:srgbClr val="0A0E1A"/>
          </a:solidFill>
          <a:ln w="12700">
            <a:solidFill>
              <a:srgbClr val="3B82F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6217920" y="2240280"/>
            <a:ext cx="2651760" cy="384048"/>
          </a:xfrm>
          <a:prstGeom prst="rect">
            <a:avLst/>
          </a:prstGeom>
          <a:solidFill>
            <a:srgbClr val="3B82F6">
              <a:alpha val="6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30936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Restringido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269748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usuarios con rol admin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⚙ Admin en el navbar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isAdmin protege rutas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550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3246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804672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Aplicación web completa con arquitectura MVC en Node.js + Express + MySQL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17556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Sistema de autenticación seguro con bcrypt, sesiones y verificación por email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3682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Subida de múltiples archivos .dat e imágenes con Multer y validación de tipos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9809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Interfaz responsive con carrusel de imágenes, valoraciones y comentarios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593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Panel de administración con control total sobre usuarios y contenido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Perfiles de usuario personalizables con redes sociales y foto de perfil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8046720" cy="36576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MeleeMods — TFG DAW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737</Words>
  <Application>Microsoft Office PowerPoint</Application>
  <PresentationFormat>Presentación en pantalla (16:9)</PresentationFormat>
  <Paragraphs>142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Impact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MeleeMods — TFG DAW</dc:title>
  <dc:subject>PptxGenJS Presentation</dc:subject>
  <dc:creator>PptxGenJS</dc:creator>
  <cp:lastModifiedBy>Andrés Domínguez Fernández</cp:lastModifiedBy>
  <cp:revision>2</cp:revision>
  <dcterms:created xsi:type="dcterms:W3CDTF">2026-05-19T02:41:19Z</dcterms:created>
  <dcterms:modified xsi:type="dcterms:W3CDTF">2026-05-20T11:55:35Z</dcterms:modified>
</cp:coreProperties>
</file>